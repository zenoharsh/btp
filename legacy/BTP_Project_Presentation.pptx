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Resource-Constrained Sparse Upcycling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Evaluating Top-K Routing Stability and Visual Modality Clustering in Quantized Edge-VLMs</a:t>
            </a:r>
          </a:p>
          <a:p>
            <a:r>
              <a:rPr dirty="0"/>
              <a:t>Presenter: Harsh Raj &amp; Team</a:t>
            </a:r>
          </a:p>
          <a:p>
            <a:r>
              <a:rPr dirty="0"/>
              <a:t>Roles: ML Architect, Data &amp; DevOps Engineer, Edge Systems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Bottleneck of Dense Multimodal AI on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000"/>
              </a:spcBef>
              <a:defRPr sz="1800"/>
            </a:pPr>
            <a:r>
              <a:t>The Compute Crisis: Modern Vision-Language Models (VLMs) activate 100% of their parameters for every single token (text or image patch).</a:t>
            </a:r>
          </a:p>
          <a:p>
            <a:pPr>
              <a:spcBef>
                <a:spcPts val="1000"/>
              </a:spcBef>
              <a:defRPr sz="1800"/>
            </a:pPr>
            <a:r>
              <a:t>Edge Hardware Failure: Deploying standard dense models on local, constrained hardware (drones, mobile, robotics) causes Out-Of-Memory (OOM) crashes and extreme latency.</a:t>
            </a:r>
          </a:p>
          <a:p>
            <a:pPr>
              <a:spcBef>
                <a:spcPts val="1000"/>
              </a:spcBef>
              <a:defRPr sz="1800"/>
            </a:pPr>
            <a:r>
              <a:t>The Research Gap: While Mixture-of-Experts (MoE) architectures solve compute bottlenecks for massive cloud servers, their behavior and stability under extreme low-bit quantization on edge devices remains largely unexplored.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Edge-Optimized MoE via Sparse Upcycling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000"/>
              </a:spcBef>
              <a:defRPr sz="1800"/>
            </a:pPr>
            <a:r>
              <a:t>The Objective: We are taking a dense VLM, upcycling it into a 4x MoE architecture, and deploying it on constrained edge hardware.</a:t>
            </a:r>
          </a:p>
          <a:p>
            <a:pPr>
              <a:spcBef>
                <a:spcPts val="1000"/>
              </a:spcBef>
              <a:defRPr sz="1800"/>
            </a:pPr>
            <a:r>
              <a:t>Target Metrics: Achieve a 40% reduction in active inference latency while maintaining 95% of the zero-shot accuracy on domain-specific multimodal tasks.</a:t>
            </a:r>
          </a:p>
          <a:p>
            <a:pPr>
              <a:spcBef>
                <a:spcPts val="1000"/>
              </a:spcBef>
              <a:defRPr sz="1800"/>
            </a:pPr>
            <a:r>
              <a:t>Novelty: Unlike natively trained models, we are utilizing 'Sparse Upcycling'—cloning pre-trained dense weights and inducing sparsity at a fraction of the traditional compute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Replacing Dense MLPs with Sparse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000"/>
              </a:spcBef>
              <a:defRPr sz="1800"/>
            </a:pPr>
            <a:r>
              <a:t>Base Model: Qwen1.5-0.5B (acting as our initial sandbox baseline before scaling).</a:t>
            </a:r>
          </a:p>
          <a:p>
            <a:pPr>
              <a:spcBef>
                <a:spcPts val="1000"/>
              </a:spcBef>
              <a:defRPr sz="1800"/>
            </a:pPr>
            <a:r>
              <a:t>Expert Initialization: We replaced the standard linear layers with a custom Sparse Routing mechanism. We initialized 4 identical 'Experts' by copying the original dense weights.</a:t>
            </a:r>
          </a:p>
          <a:p>
            <a:pPr>
              <a:spcBef>
                <a:spcPts val="1000"/>
              </a:spcBef>
              <a:defRPr sz="1800"/>
            </a:pPr>
            <a:r>
              <a:t>Hardware Constraint Logic: We engineered strict Token Dropping (capacity limits). If an expert is overloaded, overflow tokens bypass the expert via residual connections to prevent edge VRAM crashes.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Teaching the Router without Catastrophic Forgetting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000"/>
              </a:spcBef>
              <a:defRPr sz="1800"/>
            </a:pPr>
            <a:r>
              <a:t>The Strategy: We froze all the expert weights and are currently only training the Gating Network (the router).</a:t>
            </a:r>
          </a:p>
          <a:p>
            <a:pPr>
              <a:spcBef>
                <a:spcPts val="1000"/>
              </a:spcBef>
              <a:defRPr sz="1800"/>
            </a:pPr>
            <a:r>
              <a:t>Knowledge Distillation: We use the original dense model as a frozen 'Teacher' and train our upcycled MoE 'Student' to mimic its logit distributions using KL-Divergence.</a:t>
            </a:r>
          </a:p>
          <a:p>
            <a:pPr>
              <a:spcBef>
                <a:spcPts val="1000"/>
              </a:spcBef>
              <a:defRPr sz="1800"/>
            </a:pPr>
            <a:r>
              <a:t>Load Balancing Loss: We implemented a critical mathematical constraint to force the router to distribute the computational load evenly across experts, preventing 'expert collapse'.</a:t>
            </a:r>
          </a:p>
          <a:p>
            <a:pPr>
              <a:spcBef>
                <a:spcPts val="1000"/>
              </a:spcBef>
              <a:defRPr sz="1800"/>
            </a:pPr>
            <a:r>
              <a:t>We also integrated a Router Z-Loss to prevent fp16 logit overflow.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Have Built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000"/>
              </a:spcBef>
              <a:defRPr sz="1800"/>
            </a:pPr>
            <a:r>
              <a:t>Core Architecture Locked: The foundational PyTorch scripts are fully written and verified.</a:t>
            </a:r>
          </a:p>
          <a:p>
            <a:pPr>
              <a:spcBef>
                <a:spcPts val="1000"/>
              </a:spcBef>
              <a:defRPr sz="1800"/>
            </a:pPr>
            <a:r>
              <a:t>layers.py: Contains our custom MoELayer with the cloned experts and strict token-dropping algorithms.</a:t>
            </a:r>
          </a:p>
          <a:p>
            <a:pPr>
              <a:spcBef>
                <a:spcPts val="1000"/>
              </a:spcBef>
              <a:defRPr sz="1800"/>
            </a:pPr>
            <a:r>
              <a:t>router.py: Contains the TopKRouter gating network and auxiliary loss functions.</a:t>
            </a:r>
          </a:p>
          <a:p>
            <a:pPr>
              <a:spcBef>
                <a:spcPts val="1000"/>
              </a:spcBef>
              <a:defRPr sz="1800"/>
            </a:pPr>
            <a:r>
              <a:t>train.py: The active distillation training loop utilizing PEFT (QLoRA) parameter targeting.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Domain-Specific Expert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000"/>
              </a:spcBef>
              <a:defRPr sz="1800"/>
            </a:pPr>
            <a:r>
              <a:t>Diverse Datasets: We will feed the model highly diverse multimodal data to force expert specialization (e.g., Expert A on document OCR, Expert B on spatial reasoning, Expert C on scientific diagrams).</a:t>
            </a:r>
          </a:p>
          <a:p>
            <a:pPr>
              <a:spcBef>
                <a:spcPts val="1000"/>
              </a:spcBef>
              <a:defRPr sz="1800"/>
            </a:pPr>
            <a:r>
              <a:t>QLoRA Tuning: We will apply Parameter-Efficient Fine-Tuning (specifically QLoRA) to the individual experts.</a:t>
            </a:r>
          </a:p>
          <a:p>
            <a:pPr>
              <a:spcBef>
                <a:spcPts val="1000"/>
              </a:spcBef>
              <a:defRPr sz="1800"/>
            </a:pPr>
            <a:r>
              <a:t>Evaluation: We will monitor the router to verify that it naturally learns to send text-heavy images to Expert A and charts to Expert 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Quantization &amp; Edge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000"/>
              </a:spcBef>
              <a:defRPr sz="1800"/>
            </a:pPr>
            <a:r>
              <a:t>Model Compression: Convert the final MoE weights to GGUF format using llama.cpp.</a:t>
            </a:r>
          </a:p>
          <a:p>
            <a:pPr>
              <a:spcBef>
                <a:spcPts val="1000"/>
              </a:spcBef>
              <a:defRPr sz="1800"/>
            </a:pPr>
            <a:r>
              <a:t>Quantization: Apply 4-bit quantization to shrink the memory footprint drastically.</a:t>
            </a:r>
          </a:p>
          <a:p>
            <a:pPr>
              <a:spcBef>
                <a:spcPts val="1000"/>
              </a:spcBef>
              <a:defRPr sz="1800"/>
            </a:pPr>
            <a:r>
              <a:t>Hardware Benchmarking: Deploy the model onto an edge device (such as a Raspberry Pi 5 or Jetson Nano) and measure the real-world performance gains against our Phase 1 baseline.</a:t>
            </a:r>
          </a:p>
          <a:p>
            <a:pPr>
              <a:spcBef>
                <a:spcPts val="1000"/>
              </a:spcBef>
              <a:defRPr sz="1800"/>
            </a:pPr>
            <a:r>
              <a:t>Tip for your presentation: Show the professor your GitHub repository file tree (layers.py, router.py, train.py) as proof of active progress!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642</Words>
  <Application>Microsoft Office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Resource-Constrained Sparse Upcycling</vt:lpstr>
      <vt:lpstr>The Bottleneck of Dense Multimodal AI on Edge</vt:lpstr>
      <vt:lpstr>Edge-Optimized MoE via Sparse Upcycling</vt:lpstr>
      <vt:lpstr>Replacing Dense MLPs with Sparse Routing</vt:lpstr>
      <vt:lpstr>Teaching the Router without Catastrophic Forgetting</vt:lpstr>
      <vt:lpstr>What We Have Built So Far</vt:lpstr>
      <vt:lpstr>Domain-Specific Expert Tuning</vt:lpstr>
      <vt:lpstr>Quantization &amp; Edge Deployment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Raj</cp:lastModifiedBy>
  <cp:revision>2</cp:revision>
  <dcterms:created xsi:type="dcterms:W3CDTF">2013-01-27T09:14:16Z</dcterms:created>
  <dcterms:modified xsi:type="dcterms:W3CDTF">2026-09-13T21:46:26Z</dcterms:modified>
  <cp:category/>
</cp:coreProperties>
</file>